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8" r:id="rId4"/>
    <p:sldMasterId id="2147483703" r:id="rId5"/>
  </p:sldMasterIdLst>
  <p:notesMasterIdLst>
    <p:notesMasterId r:id="rId15"/>
  </p:notesMasterIdLst>
  <p:handoutMasterIdLst>
    <p:handoutMasterId r:id="rId16"/>
  </p:handoutMasterIdLst>
  <p:sldIdLst>
    <p:sldId id="361" r:id="rId6"/>
    <p:sldId id="401" r:id="rId7"/>
    <p:sldId id="408" r:id="rId8"/>
    <p:sldId id="419" r:id="rId9"/>
    <p:sldId id="421" r:id="rId10"/>
    <p:sldId id="420" r:id="rId11"/>
    <p:sldId id="430" r:id="rId12"/>
    <p:sldId id="431" r:id="rId13"/>
    <p:sldId id="409" r:id="rId14"/>
  </p:sldIdLst>
  <p:sldSz cx="9906000" cy="6858000" type="A4"/>
  <p:notesSz cx="6797675" cy="9926638"/>
  <p:embeddedFontLs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Roboto Light" panose="02000000000000000000" pitchFamily="2" charset="0"/>
      <p:regular r:id="rId21"/>
      <p:italic r:id="rId22"/>
    </p:embeddedFont>
    <p:embeddedFont>
      <p:font typeface="Roboto Medium" panose="020F0502020204030204" pitchFamily="2" charset="0"/>
      <p:regular r:id="rId23"/>
      <p: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oghan McHugh" initials="EM" lastIdx="1" clrIdx="0">
    <p:extLst>
      <p:ext uri="{19B8F6BF-5375-455C-9EA6-DF929625EA0E}">
        <p15:presenceInfo xmlns:p15="http://schemas.microsoft.com/office/powerpoint/2012/main" userId="S-1-5-21-784345893-1380450881-7473742-7158" providerId="AD"/>
      </p:ext>
    </p:extLst>
  </p:cmAuthor>
  <p:cmAuthor id="2" name="Chloe Benfell" initials="CB" lastIdx="1" clrIdx="1">
    <p:extLst>
      <p:ext uri="{19B8F6BF-5375-455C-9EA6-DF929625EA0E}">
        <p15:presenceInfo xmlns:p15="http://schemas.microsoft.com/office/powerpoint/2012/main" userId="S-1-5-21-784345893-1380450881-7473742-717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67D2"/>
    <a:srgbClr val="06CE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548" y="-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font" Target="fonts/font1.fntdata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font" Target="fonts/font8.fntdata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1635DC-7C77-4EDC-877E-93E281EA2302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DB527-A84F-4511-8370-005F41A960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6164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C7EAFC-5287-4976-8725-CD476620A400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AAFB08-199B-4F6F-99BE-170171BD94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9009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>
            <a:alphaModFix amt="0"/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30000" r="-3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BBD915-3381-4B77-806E-44C758A1CEA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950528F-06C8-4E6F-B3DB-94D11399EB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6662" y="-2407407"/>
            <a:ext cx="9050813" cy="1007698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42950" y="4038089"/>
            <a:ext cx="8420100" cy="1328455"/>
          </a:xfrm>
        </p:spPr>
        <p:txBody>
          <a:bodyPr anchor="ctr" anchorCtr="0">
            <a:normAutofit/>
          </a:bodyPr>
          <a:lstStyle>
            <a:lvl1pPr algn="ctr">
              <a:defRPr sz="4200" b="1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Document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38250" y="5458620"/>
            <a:ext cx="7429500" cy="366712"/>
          </a:xfrm>
        </p:spPr>
        <p:txBody>
          <a:bodyPr>
            <a:noAutofit/>
          </a:bodyPr>
          <a:lstStyle>
            <a:lvl1pPr marL="0" indent="0" algn="ctr">
              <a:buNone/>
              <a:defRPr sz="22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DOCUMENT SUB-TITLE (ALL CAPS)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91CC22B-4DD7-49EA-A15D-B181FCDA0C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51795" y="1563289"/>
            <a:ext cx="2802412" cy="121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376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">
    <p:bg>
      <p:bgPr>
        <a:blipFill dpi="0" rotWithShape="1">
          <a:blip>
            <a:alphaModFix amt="0"/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30000" r="-3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7D6DD8C-F1DA-4F04-901D-56E376CF8B67}"/>
              </a:ext>
            </a:extLst>
          </p:cNvPr>
          <p:cNvSpPr/>
          <p:nvPr userDrawn="1"/>
        </p:nvSpPr>
        <p:spPr>
          <a:xfrm>
            <a:off x="0" y="5455664"/>
            <a:ext cx="9906000" cy="14023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ln>
                  <a:noFill/>
                </a:ln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BBD915-3381-4B77-806E-44C758A1CEA5}"/>
              </a:ext>
            </a:extLst>
          </p:cNvPr>
          <p:cNvSpPr/>
          <p:nvPr userDrawn="1"/>
        </p:nvSpPr>
        <p:spPr>
          <a:xfrm>
            <a:off x="0" y="0"/>
            <a:ext cx="9906000" cy="54556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950528F-06C8-4E6F-B3DB-94D11399EB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8546" y="-1941827"/>
            <a:ext cx="9050813" cy="100769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CA92CE-1AE8-4F99-8B2B-ECE4D497ACD5}"/>
              </a:ext>
            </a:extLst>
          </p:cNvPr>
          <p:cNvSpPr txBox="1"/>
          <p:nvPr userDrawn="1"/>
        </p:nvSpPr>
        <p:spPr>
          <a:xfrm>
            <a:off x="4303059" y="5833667"/>
            <a:ext cx="5271247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The Changing Workplace Ltd, 1 Boltro Road, Haywards Heath, West Sussex, RH16 1BY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3E333-889F-431B-B545-5902EE0B5160}"/>
              </a:ext>
            </a:extLst>
          </p:cNvPr>
          <p:cNvSpPr txBox="1"/>
          <p:nvPr userDrawn="1"/>
        </p:nvSpPr>
        <p:spPr>
          <a:xfrm>
            <a:off x="5409560" y="6071907"/>
            <a:ext cx="4164746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(+44) 1444 441 000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EC55AC-0AD2-45C8-95F5-5FD47C789749}"/>
              </a:ext>
            </a:extLst>
          </p:cNvPr>
          <p:cNvSpPr txBox="1"/>
          <p:nvPr userDrawn="1"/>
        </p:nvSpPr>
        <p:spPr>
          <a:xfrm>
            <a:off x="5409560" y="6320477"/>
            <a:ext cx="4164746" cy="235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0"/>
            <a:r>
              <a:rPr lang="en-GB" sz="1400" b="1" i="0" u="none" strike="noStrike" kern="1200" baseline="30000">
                <a:solidFill>
                  <a:schemeClr val="tx1"/>
                </a:solidFill>
                <a:latin typeface="+mj-lt"/>
                <a:ea typeface="+mn-ea"/>
                <a:cs typeface="+mn-cs"/>
              </a:rPr>
              <a:t>www.changingworkplace.com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811F8C8-1386-4445-BD22-194CFFECB03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351" y="5833667"/>
            <a:ext cx="1563813" cy="67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3070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C9E7CE-A078-46E5-8D29-FCBB6DDA6B52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5879" y="2065811"/>
            <a:ext cx="8543925" cy="1125857"/>
          </a:xfrm>
        </p:spPr>
        <p:txBody>
          <a:bodyPr anchor="b">
            <a:normAutofit/>
          </a:bodyPr>
          <a:lstStyle>
            <a:lvl1pPr algn="l">
              <a:defRPr sz="3200" b="1"/>
            </a:lvl1pPr>
          </a:lstStyle>
          <a:p>
            <a:r>
              <a:rPr lang="en-US"/>
              <a:t>Section Heading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75879" y="3279027"/>
            <a:ext cx="8543925" cy="1439816"/>
          </a:xfrm>
        </p:spPr>
        <p:txBody>
          <a:bodyPr>
            <a:normAutofit/>
          </a:bodyPr>
          <a:lstStyle>
            <a:lvl1pPr marL="0" indent="0">
              <a:buNone/>
              <a:defRPr sz="16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SECTION SUB-HEADING (ALL CAPS)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7450598-144D-485E-9A3B-A60F1BDD3F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3543" y="-1306634"/>
            <a:ext cx="9050813" cy="1007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3860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Numbers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2"/>
          <p:cNvSpPr>
            <a:spLocks noGrp="1"/>
          </p:cNvSpPr>
          <p:nvPr>
            <p:ph sz="half" idx="1"/>
          </p:nvPr>
        </p:nvSpPr>
        <p:spPr>
          <a:xfrm>
            <a:off x="624840" y="1270000"/>
            <a:ext cx="8656319" cy="5040630"/>
          </a:xfrm>
        </p:spPr>
        <p:txBody>
          <a:bodyPr anchor="t" anchorCtr="0">
            <a:normAutofit/>
          </a:bodyPr>
          <a:lstStyle>
            <a:lvl1pPr marL="0" indent="0">
              <a:buFont typeface="Wingdings" panose="05000000000000000000" pitchFamily="2" charset="2"/>
              <a:buNone/>
              <a:defRPr sz="1400">
                <a:solidFill>
                  <a:schemeClr val="tx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650132" indent="-278627">
              <a:buClr>
                <a:schemeClr val="tx1"/>
              </a:buClr>
              <a:buFont typeface="+mj-lt"/>
              <a:buAutoNum type="arabicPeriod"/>
              <a:defRPr sz="12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2pPr>
            <a:lvl3pPr marL="1021633" indent="-278627">
              <a:buClr>
                <a:schemeClr val="tx1"/>
              </a:buClr>
              <a:buFont typeface="+mj-lt"/>
              <a:buAutoNum type="arabicPeriod"/>
              <a:defRPr sz="12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3pPr>
            <a:lvl4pPr marL="1393136" indent="-278627">
              <a:buClr>
                <a:schemeClr val="tx1"/>
              </a:buClr>
              <a:buFont typeface="+mj-lt"/>
              <a:buAutoNum type="arabicPeriod"/>
              <a:defRPr sz="11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4pPr>
            <a:lvl5pPr marL="1764638" indent="-278627">
              <a:buClr>
                <a:schemeClr val="tx1"/>
              </a:buClr>
              <a:buFont typeface="+mj-lt"/>
              <a:buAutoNum type="arabicPeriod"/>
              <a:defRPr sz="1100">
                <a:solidFill>
                  <a:schemeClr val="tx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2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6728FD4-BEE1-4EDE-BE82-DEE658D77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971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  <p15:guide id="4" orient="horz" pos="2500">
          <p15:clr>
            <a:srgbClr val="FBAE40"/>
          </p15:clr>
        </p15:guide>
        <p15:guide id="10" orient="horz" pos="41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Bullets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41CADAC-BB31-44D9-B3EB-F59AD4A7D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02199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lide - Bullets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>
              <a:spcBef>
                <a:spcPts val="1200"/>
              </a:spcBef>
              <a:defRPr sz="1400"/>
            </a:lvl1pPr>
            <a:lvl2pPr marL="685800" indent="-228600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2EFD6DF6-CF6B-4FFC-A942-7E21A4323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8452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964093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0"/>
          </p:nvPr>
        </p:nvSpPr>
        <p:spPr>
          <a:xfrm>
            <a:off x="5317067" y="1270000"/>
            <a:ext cx="3964094" cy="5040630"/>
          </a:xfrm>
          <a:prstGeom prst="rect">
            <a:avLst/>
          </a:prstGeom>
        </p:spPr>
        <p:txBody>
          <a:bodyPr vert="horz" lIns="91440" tIns="360000" rIns="91440" bIns="360000" rtlCol="0" anchor="t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003BD65-CAC0-450F-92A8-F7B7B30AB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013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953004" y="1270000"/>
            <a:ext cx="4952996" cy="558800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61949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457200" indent="-457200">
              <a:buClr>
                <a:schemeClr val="tx1"/>
              </a:buClr>
              <a:buFont typeface="+mj-lt"/>
              <a:buAutoNum type="arabicPeriod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800100" indent="-342900">
              <a:buClr>
                <a:schemeClr val="tx1"/>
              </a:buClr>
              <a:buFont typeface="+mj-lt"/>
              <a:buAutoNum type="alphaLcPeriod"/>
              <a:defRPr sz="1200"/>
            </a:lvl2pPr>
            <a:lvl3pPr marL="1257300" indent="-342900">
              <a:buFont typeface="+mj-lt"/>
              <a:buAutoNum type="romanLcPeriod"/>
              <a:defRPr sz="1200"/>
            </a:lvl3pPr>
            <a:lvl4pPr marL="1714500" indent="-342900">
              <a:buFont typeface="+mj-lt"/>
              <a:buAutoNum type="romanLcPeriod"/>
              <a:defRPr sz="1100"/>
            </a:lvl4pPr>
            <a:lvl5pPr marL="2171700" indent="-342900">
              <a:buFont typeface="+mj-lt"/>
              <a:buAutoNum type="romanLcPeriod"/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D42D41B-26F6-44E4-9928-87DC12759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18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953004" y="1270000"/>
            <a:ext cx="4952996" cy="5588000"/>
          </a:xfrm>
        </p:spPr>
        <p:txBody>
          <a:bodyPr/>
          <a:lstStyle/>
          <a:p>
            <a:endParaRPr lang="en-GB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9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361949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0" indent="0">
              <a:spcBef>
                <a:spcPts val="1800"/>
              </a:spcBef>
              <a:buNone/>
              <a:defRPr sz="1400" b="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800100" indent="-342900"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>
                <a:latin typeface="+mn-lt"/>
              </a:defRPr>
            </a:lvl2pPr>
            <a:lvl3pPr marL="1257300" indent="-34290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3pPr>
            <a:lvl4pPr marL="16573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4pPr>
            <a:lvl5pPr marL="2114550" indent="-285750">
              <a:spcBef>
                <a:spcPts val="0"/>
              </a:spcBef>
              <a:buFont typeface="Roboto Light" panose="02000000000000000000" pitchFamily="2" charset="0"/>
              <a:buChar char="-"/>
              <a:defRPr sz="1200">
                <a:latin typeface="+mn-lt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49863A12-A66A-429E-8F66-C5A5F81F1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828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&amp; Screensh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5664200" y="1989668"/>
            <a:ext cx="3616960" cy="3615266"/>
          </a:xfrm>
        </p:spPr>
        <p:txBody>
          <a:bodyPr/>
          <a:lstStyle/>
          <a:p>
            <a:endParaRPr lang="en-GB"/>
          </a:p>
        </p:txBody>
      </p:sp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4841" y="1270000"/>
            <a:ext cx="4328159" cy="5040630"/>
          </a:xfrm>
          <a:prstGeom prst="rect">
            <a:avLst/>
          </a:prstGeom>
        </p:spPr>
        <p:txBody>
          <a:bodyPr vert="horz" lIns="91440" tIns="180000" rIns="91440" bIns="180000" rtlCol="0" anchor="ctr">
            <a:normAutofit/>
          </a:bodyPr>
          <a:lstStyle>
            <a:lvl1pPr marL="342900" indent="-342900">
              <a:buFont typeface="Wingdings" panose="05000000000000000000" pitchFamily="2" charset="2"/>
              <a:buChar char="§"/>
              <a:defRPr sz="1400"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>
              <a:defRPr sz="12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6698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C70E0BF9-227B-47F7-8952-2C8388D471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6203" y="1152605"/>
            <a:ext cx="8656319" cy="5063778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sz="1600" b="0"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GB"/>
              <a:t>Heading </a:t>
            </a:r>
            <a:r>
              <a:rPr lang="en-GB" err="1"/>
              <a:t>afas</a:t>
            </a:r>
            <a:r>
              <a:rPr lang="en-GB"/>
              <a:t>  gas </a:t>
            </a:r>
            <a:r>
              <a:rPr lang="en-GB" err="1"/>
              <a:t>ahHeading</a:t>
            </a:r>
            <a:r>
              <a:rPr lang="en-GB"/>
              <a:t> </a:t>
            </a:r>
            <a:r>
              <a:rPr lang="en-GB" err="1"/>
              <a:t>afas</a:t>
            </a:r>
            <a:r>
              <a:rPr lang="en-GB"/>
              <a:t>  gas ah</a:t>
            </a:r>
          </a:p>
        </p:txBody>
      </p:sp>
    </p:spTree>
    <p:extLst>
      <p:ext uri="{BB962C8B-B14F-4D97-AF65-F5344CB8AC3E}">
        <p14:creationId xmlns:p14="http://schemas.microsoft.com/office/powerpoint/2010/main" val="3442320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8810FA5B-E9A9-4C14-8618-9919211EF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560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500">
          <p15:clr>
            <a:srgbClr val="FBAE40"/>
          </p15:clr>
        </p15:guide>
        <p15:guide id="5" pos="3120">
          <p15:clr>
            <a:srgbClr val="FBAE40"/>
          </p15:clr>
        </p15:guide>
        <p15:guide id="8" pos="177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8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127"/>
            <a:ext cx="8686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81200"/>
            <a:ext cx="8686800" cy="43052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00F2B-F467-4C29-9963-7410829293A6}" type="datetime1">
              <a:rPr lang="en-GB" smtClean="0"/>
              <a:t>27/07/2026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54B3B4-4093-4FBB-A391-3009E9C94F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4036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718" r:id="rId2"/>
    <p:sldLayoutId id="214748368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12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ABA4FFF-F8DA-4A29-9B65-F1746317D796}"/>
              </a:ext>
            </a:extLst>
          </p:cNvPr>
          <p:cNvSpPr/>
          <p:nvPr userDrawn="1"/>
        </p:nvSpPr>
        <p:spPr>
          <a:xfrm>
            <a:off x="0" y="0"/>
            <a:ext cx="9906000" cy="937697"/>
          </a:xfrm>
          <a:prstGeom prst="rect">
            <a:avLst/>
          </a:prstGeom>
          <a:solidFill>
            <a:srgbClr val="1767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6204" y="191149"/>
            <a:ext cx="8656319" cy="6542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41" y="1270000"/>
            <a:ext cx="8656319" cy="5040630"/>
          </a:xfrm>
          <a:prstGeom prst="rect">
            <a:avLst/>
          </a:prstGeom>
        </p:spPr>
        <p:txBody>
          <a:bodyPr vert="horz" lIns="91440" tIns="360000" rIns="91440" bIns="36000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4841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6F80DDAC-FE11-49DC-9261-11C1E994665B}" type="datetimeFigureOut">
              <a:rPr lang="en-GB" smtClean="0"/>
              <a:pPr/>
              <a:t>27/07/2026</a:t>
            </a:fld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39916" y="6310630"/>
            <a:ext cx="2341244" cy="5473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A73CC0E-67D5-43FD-BD59-BE5F44570CB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F607E8-3AD8-4761-A539-4C500EF2C84D}"/>
              </a:ext>
            </a:extLst>
          </p:cNvPr>
          <p:cNvSpPr/>
          <p:nvPr userDrawn="1"/>
        </p:nvSpPr>
        <p:spPr>
          <a:xfrm>
            <a:off x="82510" y="376501"/>
            <a:ext cx="9906000" cy="9376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C959611-4FE0-4C4B-AC53-40A2E2FC9F6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29258" y="-559124"/>
            <a:ext cx="2688790" cy="299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572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4" r:id="rId3"/>
    <p:sldLayoutId id="2147483715" r:id="rId4"/>
    <p:sldLayoutId id="2147483709" r:id="rId5"/>
    <p:sldLayoutId id="2147483708" r:id="rId6"/>
    <p:sldLayoutId id="2147483712" r:id="rId7"/>
    <p:sldLayoutId id="2147483716" r:id="rId8"/>
    <p:sldLayoutId id="214748371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2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1"/>
        </a:buClr>
        <a:buFont typeface="Roboto Light" panose="02000000000000000000" pitchFamily="2" charset="0"/>
        <a:buChar char="-"/>
        <a:defRPr sz="1100" kern="1200">
          <a:solidFill>
            <a:schemeClr val="tx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3" orient="horz" pos="3748" userDrawn="1">
          <p15:clr>
            <a:srgbClr val="F26B43"/>
          </p15:clr>
        </p15:guide>
        <p15:guide id="4" pos="3120" userDrawn="1">
          <p15:clr>
            <a:srgbClr val="F26B43"/>
          </p15:clr>
        </p15:guide>
        <p15:guide id="5" pos="466" userDrawn="1">
          <p15:clr>
            <a:srgbClr val="F26B43"/>
          </p15:clr>
        </p15:guide>
        <p15:guide id="10" pos="577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</a:rPr>
              <a:t>W</a:t>
            </a:r>
            <a:r>
              <a:rPr lang="en-GB" dirty="0" err="1">
                <a:latin typeface="Roboto"/>
                <a:ea typeface="Roboto"/>
              </a:rPr>
              <a:t>ebCoRE</a:t>
            </a:r>
            <a:endParaRPr lang="en-GB" dirty="0"/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GB" dirty="0">
                <a:latin typeface="Roboto Medium"/>
                <a:ea typeface="Roboto Medium"/>
              </a:rPr>
              <a:t>December 2024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0401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l="1966" r="1966"/>
          <a:stretch>
            <a:fillRect/>
          </a:stretch>
        </p:blipFill>
        <p:spPr>
          <a:xfrm>
            <a:off x="4627985" y="939283"/>
            <a:ext cx="5278016" cy="592346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41" y="220269"/>
            <a:ext cx="8656319" cy="654201"/>
          </a:xfrm>
        </p:spPr>
        <p:txBody>
          <a:bodyPr/>
          <a:lstStyle/>
          <a:p>
            <a:r>
              <a:rPr lang="en-GB"/>
              <a:t>Contents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854B3B4-4093-4FBB-A391-3009E9C94F95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GB" dirty="0"/>
              <a:t>Title 1</a:t>
            </a:r>
          </a:p>
          <a:p>
            <a:r>
              <a:rPr lang="en-US" dirty="0"/>
              <a:t>Title 2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7128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975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759935-8C10-C41E-FC78-A87A6514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Title 1</a:t>
            </a:r>
            <a:endParaRPr lang="en-ZA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254D157-7145-290D-E17D-3AAB4F58FF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1422914"/>
              </p:ext>
            </p:extLst>
          </p:nvPr>
        </p:nvGraphicFramePr>
        <p:xfrm>
          <a:off x="625475" y="1270000"/>
          <a:ext cx="865504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5016">
                  <a:extLst>
                    <a:ext uri="{9D8B030D-6E8A-4147-A177-3AD203B41FA5}">
                      <a16:colId xmlns:a16="http://schemas.microsoft.com/office/drawing/2014/main" val="2737526394"/>
                    </a:ext>
                  </a:extLst>
                </a:gridCol>
                <a:gridCol w="2885016">
                  <a:extLst>
                    <a:ext uri="{9D8B030D-6E8A-4147-A177-3AD203B41FA5}">
                      <a16:colId xmlns:a16="http://schemas.microsoft.com/office/drawing/2014/main" val="3933873373"/>
                    </a:ext>
                  </a:extLst>
                </a:gridCol>
                <a:gridCol w="2885016">
                  <a:extLst>
                    <a:ext uri="{9D8B030D-6E8A-4147-A177-3AD203B41FA5}">
                      <a16:colId xmlns:a16="http://schemas.microsoft.com/office/drawing/2014/main" val="21955565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525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780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9385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1276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528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512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908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2</a:t>
            </a:r>
          </a:p>
        </p:txBody>
      </p:sp>
    </p:spTree>
    <p:extLst>
      <p:ext uri="{BB962C8B-B14F-4D97-AF65-F5344CB8AC3E}">
        <p14:creationId xmlns:p14="http://schemas.microsoft.com/office/powerpoint/2010/main" val="2169911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D5C859A-BBBD-DF2A-139E-3DFAC70C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2</a:t>
            </a:r>
            <a:endParaRPr lang="en-ZA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C5212DF-0D9E-8817-5992-B204C2F24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91390"/>
              </p:ext>
            </p:extLst>
          </p:nvPr>
        </p:nvGraphicFramePr>
        <p:xfrm>
          <a:off x="625475" y="1270000"/>
          <a:ext cx="865504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5016">
                  <a:extLst>
                    <a:ext uri="{9D8B030D-6E8A-4147-A177-3AD203B41FA5}">
                      <a16:colId xmlns:a16="http://schemas.microsoft.com/office/drawing/2014/main" val="761404471"/>
                    </a:ext>
                  </a:extLst>
                </a:gridCol>
                <a:gridCol w="2885016">
                  <a:extLst>
                    <a:ext uri="{9D8B030D-6E8A-4147-A177-3AD203B41FA5}">
                      <a16:colId xmlns:a16="http://schemas.microsoft.com/office/drawing/2014/main" val="3804754992"/>
                    </a:ext>
                  </a:extLst>
                </a:gridCol>
                <a:gridCol w="2885016">
                  <a:extLst>
                    <a:ext uri="{9D8B030D-6E8A-4147-A177-3AD203B41FA5}">
                      <a16:colId xmlns:a16="http://schemas.microsoft.com/office/drawing/2014/main" val="38518151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Header</a:t>
                      </a:r>
                      <a:endParaRPr lang="en-Z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602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391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098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55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038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958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7325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4851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B28ED-919A-41D5-956C-EB714A4A2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</a:t>
            </a:r>
          </a:p>
        </p:txBody>
      </p:sp>
    </p:spTree>
    <p:extLst>
      <p:ext uri="{BB962C8B-B14F-4D97-AF65-F5344CB8AC3E}">
        <p14:creationId xmlns:p14="http://schemas.microsoft.com/office/powerpoint/2010/main" val="1384006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3D89A1-86E3-40C0-9011-A7D4CB16F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F6A3BF4-CC6B-4D5F-BB75-416F6BBC8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</a:t>
            </a:r>
          </a:p>
        </p:txBody>
      </p:sp>
    </p:spTree>
    <p:extLst>
      <p:ext uri="{BB962C8B-B14F-4D97-AF65-F5344CB8AC3E}">
        <p14:creationId xmlns:p14="http://schemas.microsoft.com/office/powerpoint/2010/main" val="4196683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197812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1">
      <a:dk1>
        <a:srgbClr val="2B2B2B"/>
      </a:dk1>
      <a:lt1>
        <a:sysClr val="window" lastClr="FFFFFF"/>
      </a:lt1>
      <a:dk2>
        <a:srgbClr val="3F3F3F"/>
      </a:dk2>
      <a:lt2>
        <a:srgbClr val="F2F2F2"/>
      </a:lt2>
      <a:accent1>
        <a:srgbClr val="1767D2"/>
      </a:accent1>
      <a:accent2>
        <a:srgbClr val="FF9933"/>
      </a:accent2>
      <a:accent3>
        <a:srgbClr val="D43900"/>
      </a:accent3>
      <a:accent4>
        <a:srgbClr val="FFCC33"/>
      </a:accent4>
      <a:accent5>
        <a:srgbClr val="049A0D"/>
      </a:accent5>
      <a:accent6>
        <a:srgbClr val="9933CC"/>
      </a:accent6>
      <a:hlink>
        <a:srgbClr val="D43900"/>
      </a:hlink>
      <a:folHlink>
        <a:srgbClr val="3F3F3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WP Presentation Template 2019 V2" id="{D0AFA5D4-1B40-4E28-A0B0-7514C8BD9573}" vid="{4F77912F-785B-4553-A7A9-4B089D7E95DC}"/>
    </a:ext>
  </a:extLst>
</a:theme>
</file>

<file path=ppt/theme/theme2.xml><?xml version="1.0" encoding="utf-8"?>
<a:theme xmlns:a="http://schemas.openxmlformats.org/drawingml/2006/main" name="Custom Design">
  <a:themeElements>
    <a:clrScheme name="Custom 4">
      <a:dk1>
        <a:srgbClr val="2B2B2B"/>
      </a:dk1>
      <a:lt1>
        <a:sysClr val="window" lastClr="FFFFFF"/>
      </a:lt1>
      <a:dk2>
        <a:srgbClr val="3F3F3F"/>
      </a:dk2>
      <a:lt2>
        <a:srgbClr val="F2F2F2"/>
      </a:lt2>
      <a:accent1>
        <a:srgbClr val="1767D2"/>
      </a:accent1>
      <a:accent2>
        <a:srgbClr val="FF9933"/>
      </a:accent2>
      <a:accent3>
        <a:srgbClr val="D43900"/>
      </a:accent3>
      <a:accent4>
        <a:srgbClr val="FFCC33"/>
      </a:accent4>
      <a:accent5>
        <a:srgbClr val="049A0D"/>
      </a:accent5>
      <a:accent6>
        <a:srgbClr val="9933CC"/>
      </a:accent6>
      <a:hlink>
        <a:srgbClr val="D43900"/>
      </a:hlink>
      <a:folHlink>
        <a:srgbClr val="3F3F3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WP Presentation Template 2019 V2" id="{D0AFA5D4-1B40-4E28-A0B0-7514C8BD9573}" vid="{216DAB90-81E8-4CAE-80F6-76D5C56DDBC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474C0DDFCB744F82F415B088B01E4B" ma:contentTypeVersion="14" ma:contentTypeDescription="Create a new document." ma:contentTypeScope="" ma:versionID="e5e9462897096f16b0008292cbb975dd">
  <xsd:schema xmlns:xsd="http://www.w3.org/2001/XMLSchema" xmlns:xs="http://www.w3.org/2001/XMLSchema" xmlns:p="http://schemas.microsoft.com/office/2006/metadata/properties" xmlns:ns3="1c75bd5f-743b-40f2-bae2-8e86a640c5ff" xmlns:ns4="153ae615-e700-431c-905c-1e4cee6d6937" targetNamespace="http://schemas.microsoft.com/office/2006/metadata/properties" ma:root="true" ma:fieldsID="590d4ed62c67927dcdef9f8de5167c65" ns3:_="" ns4:_="">
    <xsd:import namespace="1c75bd5f-743b-40f2-bae2-8e86a640c5ff"/>
    <xsd:import namespace="153ae615-e700-431c-905c-1e4cee6d6937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75bd5f-743b-40f2-bae2-8e86a640c5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3ae615-e700-431c-905c-1e4cee6d693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D4F0347-749B-4FE7-BD83-FBDC671D74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8D8A7F-A9E3-46B6-AF87-01F7F1B9800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c75bd5f-743b-40f2-bae2-8e86a640c5ff"/>
    <ds:schemaRef ds:uri="153ae615-e700-431c-905c-1e4cee6d69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45D76EC-F2F5-48B8-95DA-EF0FB4B2183F}">
  <ds:schemaRefs>
    <ds:schemaRef ds:uri="http://purl.org/dc/elements/1.1/"/>
    <ds:schemaRef ds:uri="http://schemas.microsoft.com/office/2006/metadata/properties"/>
    <ds:schemaRef ds:uri="1c75bd5f-743b-40f2-bae2-8e86a640c5ff"/>
    <ds:schemaRef ds:uri="http://purl.org/dc/terms/"/>
    <ds:schemaRef ds:uri="153ae615-e700-431c-905c-1e4cee6d69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26</Words>
  <Application>Microsoft Office PowerPoint</Application>
  <PresentationFormat>A4 Paper (210x297 mm)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Medium</vt:lpstr>
      <vt:lpstr>Calibri</vt:lpstr>
      <vt:lpstr>Wingdings</vt:lpstr>
      <vt:lpstr>Roboto</vt:lpstr>
      <vt:lpstr>Roboto Light</vt:lpstr>
      <vt:lpstr>Arial</vt:lpstr>
      <vt:lpstr>1_Office Theme</vt:lpstr>
      <vt:lpstr>Custom Design</vt:lpstr>
      <vt:lpstr>WebCoRE</vt:lpstr>
      <vt:lpstr>Contents</vt:lpstr>
      <vt:lpstr>Title 1</vt:lpstr>
      <vt:lpstr>Title 1</vt:lpstr>
      <vt:lpstr>Title 2</vt:lpstr>
      <vt:lpstr>Title 2</vt:lpstr>
      <vt:lpstr>General</vt:lpstr>
      <vt:lpstr>General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CWP Template Guide</dc:title>
  <dc:creator>Chloe Benfell</dc:creator>
  <cp:lastModifiedBy>Christine Pilon</cp:lastModifiedBy>
  <cp:revision>27</cp:revision>
  <cp:lastPrinted>2016-10-20T13:15:12Z</cp:lastPrinted>
  <dcterms:created xsi:type="dcterms:W3CDTF">2019-01-31T13:36:26Z</dcterms:created>
  <dcterms:modified xsi:type="dcterms:W3CDTF">2026-07-27T13:21:31Z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0x01010028474C0DDFCB744F82F415B088B01E4B</vt:lpwstr>
  </property>
  <property fmtid="{D5CDD505-2E9C-101B-9397-08002B2CF9AE}" pid="3" name="_dlc_DocIdItemGuid">
    <vt:lpwstr>f10d3643-9e5a-465d-a6d6-926476caee6d</vt:lpwstr>
  </property>
</Properties>
</file>